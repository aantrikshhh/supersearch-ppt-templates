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Wayfair Muse</a:t>
            </a:r>
            <a:r>
              <a:rPr b="0" i="0" lang="en-US" sz="1100" u="none" cap="none" strike="noStrike">
                <a:solidFill>
                  <a:srgbClr val="4B5563"/>
                </a:solidFill>
                <a:latin typeface="Inter"/>
                <a:ea typeface="Inter"/>
                <a:cs typeface="Inter"/>
                <a:sym typeface="Inter"/>
              </a:rPr>
              <a:t xml:space="preserve"> — AI visual discovery, type a style and get shoppable AI-generated room designs (Feb 2025).</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IKEA Kreativ</a:t>
            </a:r>
            <a:r>
              <a:rPr b="0" i="0" lang="en-US" sz="1100" u="none" cap="none" strike="noStrike">
                <a:solidFill>
                  <a:srgbClr val="4B5563"/>
                </a:solidFill>
                <a:latin typeface="Inter"/>
                <a:ea typeface="Inter"/>
                <a:cs typeface="Inter"/>
                <a:sym typeface="Inter"/>
              </a:rPr>
              <a:t xml:space="preserve"> — mixed-reality design experience, AR room planning with the full catalog.</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Lowe’s Mylow</a:t>
            </a:r>
            <a:r>
              <a:rPr b="0" i="0" lang="en-US" sz="1100" u="none" cap="none" strike="noStrike">
                <a:solidFill>
                  <a:srgbClr val="4B5563"/>
                </a:solidFill>
                <a:latin typeface="Inter"/>
                <a:ea typeface="Inter"/>
                <a:cs typeface="Inter"/>
                <a:sym typeface="Inter"/>
              </a:rPr>
              <a:t xml:space="preserve"> — OpenAI-powered home improvement advisor, live since Mar 2025.</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Home Depot</a:t>
            </a:r>
            <a:r>
              <a:rPr b="0" i="0" lang="en-US" sz="1100" u="none" cap="none" strike="noStrike">
                <a:solidFill>
                  <a:srgbClr val="4B5563"/>
                </a:solidFill>
                <a:latin typeface="Inter"/>
                <a:ea typeface="Inter"/>
                <a:cs typeface="Inter"/>
                <a:sym typeface="Inter"/>
              </a:rPr>
              <a:t xml:space="preserve"> — AI shopping assistant integrated across the storefront.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live across home and furniture, 60% higher purchase likelihood.</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Pepperfry</a:t>
            </a:r>
            <a:r>
              <a:rPr i="0" lang="en-US" sz="1100" u="none" cap="none" strike="noStrike">
                <a:solidFill>
                  <a:schemeClr val="dk1"/>
                </a:solidFill>
                <a:latin typeface="Inter"/>
                <a:ea typeface="Inter"/>
                <a:cs typeface="Inter"/>
                <a:sym typeface="Inter"/>
              </a:rPr>
              <a:t xml:space="preserve"> — piloting AI-led visual discovery and AR room planning across offline studios.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Livspace</a:t>
            </a:r>
            <a:r>
              <a:rPr i="0" lang="en-US" sz="1100" u="none" cap="none" strike="noStrike">
                <a:solidFill>
                  <a:schemeClr val="dk1"/>
                </a:solidFill>
                <a:latin typeface="Inter"/>
                <a:ea typeface="Inter"/>
                <a:cs typeface="Inter"/>
                <a:sym typeface="Inter"/>
              </a:rPr>
              <a:t xml:space="preserve"> — AI-powered modular design and interior recommendations at scale.</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IKEA India</a:t>
            </a:r>
            <a:r>
              <a:rPr i="0" lang="en-US" sz="1100" u="none" cap="none" strike="noStrike">
                <a:solidFill>
                  <a:schemeClr val="dk1"/>
                </a:solidFill>
                <a:latin typeface="Inter"/>
                <a:ea typeface="Inter"/>
                <a:cs typeface="Inter"/>
                <a:sym typeface="Inter"/>
              </a:rPr>
              <a:t xml:space="preserve"> — extending Kreativ globally, already live on ikea.com/in.</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Flipkart</a:t>
            </a:r>
            <a:r>
              <a:rPr i="0" lang="en-US" sz="1100" u="none" cap="none" strike="noStrike">
                <a:solidFill>
                  <a:schemeClr val="dk1"/>
                </a:solidFill>
                <a:latin typeface="Inter"/>
                <a:ea typeface="Inter"/>
                <a:cs typeface="Inter"/>
                <a:sym typeface="Inter"/>
              </a:rPr>
              <a:t xml:space="preserve"> — generative-AI product search integrated into the home and furniture storefront.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Nilkamal, Godrej Interio, Wooden Street</a:t>
            </a:r>
            <a:r>
              <a:rPr i="0" lang="en-US" sz="1100" u="none" cap="none" strike="noStrike">
                <a:solidFill>
                  <a:schemeClr val="dk1"/>
                </a:solidFill>
                <a:latin typeface="Inter"/>
                <a:ea typeface="Inter"/>
                <a:cs typeface="Inter"/>
                <a:sym typeface="Inter"/>
              </a:rPr>
              <a:t xml:space="preserve"> — experimenting with conversational discovery in their apps.</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current search bar on your e-commerce website needs the right keywords. It does not understand human language, it cannot match palang and bed, it cannot link “a small 10x12 bedroom” to compact and compact to sofa cum bed.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“ergonomic office chair” or “queen storage bed”, they shop by intents such as “for a new 2BHK apartment” or “for a home office that doesn’t wreck my back”.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 compact sofa for my 10x12 living room, fabric in earth tones, should double as a guest bed”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small living room to compact/2-seater, guest bed to sofa cum bed, adds the conditions for price and fabric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Picture 58" descr="furniture_table.png"/>
          <p:cNvPicPr>
            <a:picLocks noChangeAspect="1"/>
          </p:cNvPicPr>
          <p:nvPr/>
        </p:nvPicPr>
        <p:blipFill>
          <a:blip r:embed="rId4"/>
          <a:stretch>
            <a:fillRect/>
          </a:stretch>
        </p:blipFill>
        <p:spPr>
          <a:xfrm>
            <a:off x="2471075" y="2460600"/>
            <a:ext cx="4455051" cy="1031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material/finish and tags such as “compact” or “sheesham” which an AI agent needs to map intent such as “furniture for a new 2BHK”  to “compact sofa cum bed” or “for a home office setup” to “ergonomic WFH chair”.</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“queen size bed” or “6-seater dining table”, AI chat assistants need to answer intent based queries like “I want furniture for my new home” or “I want a sofa that fits my 10x12 living room”. They have to map buyer intent to keywords using a knowledge graph and then search the catalog for relevant products using keywords, refer to the diagram on slide 11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“furniture for a new 2BHK”, “office chair for back pain”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AR Room Visualization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Let buyers place a sofa, bed, or wardrobe in their actual room via AR before they commit.</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Furniture’s biggest return reason is “doesn’t fit the space” — IKEA Place and Wayfair View in Room 3D have cut this by up to 35%.</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fewer returns, fewer costly reverse-logistics hits.</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correctly to the English catalog — palang → bed, almirah → wardrobe, diwan → daybed, mandir → pooja unit.</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“just moved into a new 2BHK, what do I need” resolve to a curated shortlist instead of 0 results.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Unlocks tier-2 and tier-3 cities where vernacular and conversational phrasing are the first language of search.</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furniture research on ChatGPT / Gemini / Perplexity before visiting a brand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becomes shoppable inside the AI conversation — product imagery, dimensions, finishes, and lifestyle context surfaced natively.</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Wayfair, Home Depot, Lowe’s and IKEA are already exposing catalogs to AI agents. Works across every platform, not just one.</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furniture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bedroom or living room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room sets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queen size bed</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almirah / sofa cum bed</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furniture for new 2bhk apartment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office chair for back pain while WFH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sheesham, 6-seater, teak, dining table, within budget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