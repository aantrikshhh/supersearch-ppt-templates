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Wayfair Muse</a:t>
            </a:r>
            <a:r>
              <a:rPr b="0" i="0" lang="en-US" sz="1100" u="none" cap="none" strike="noStrike">
                <a:solidFill>
                  <a:srgbClr val="4B5563"/>
                </a:solidFill>
                <a:latin typeface="Inter"/>
                <a:ea typeface="Inter"/>
                <a:cs typeface="Inter"/>
                <a:sym typeface="Inter"/>
              </a:rPr>
              <a:t xml:space="preserve"> — AI visual discovery, type a style and get shoppable AI-generated room designs (Feb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IKEA Kreativ</a:t>
            </a:r>
            <a:r>
              <a:rPr b="0" i="0" lang="en-US" sz="1100" u="none" cap="none" strike="noStrike">
                <a:solidFill>
                  <a:srgbClr val="4B5563"/>
                </a:solidFill>
                <a:latin typeface="Inter"/>
                <a:ea typeface="Inter"/>
                <a:cs typeface="Inter"/>
                <a:sym typeface="Inter"/>
              </a:rPr>
              <a:t xml:space="preserve"> — mixed-reality design experience, AR room planning with the full catalog.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Lowe’s Mylow</a:t>
            </a:r>
            <a:r>
              <a:rPr b="0" i="0" lang="en-US" sz="1100" u="none" cap="none" strike="noStrike">
                <a:solidFill>
                  <a:srgbClr val="4B5563"/>
                </a:solidFill>
                <a:latin typeface="Inter"/>
                <a:ea typeface="Inter"/>
                <a:cs typeface="Inter"/>
                <a:sym typeface="Inter"/>
              </a:rPr>
              <a:t xml:space="preserve"> — OpenAI-powered home improvement advisor, live since Mar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a:t>
            </a:r>
            <a:r>
              <a:rPr b="0" i="0" lang="en-US" sz="1100" u="none" cap="none" strike="noStrike">
                <a:solidFill>
                  <a:srgbClr val="4B5563"/>
                </a:solidFill>
                <a:latin typeface="Inter"/>
                <a:ea typeface="Inter"/>
                <a:cs typeface="Inter"/>
                <a:sym typeface="Inter"/>
              </a:rPr>
              <a:t xml:space="preserve"> — AI shopping assistant integrated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home and furniture, 60% higher purchase likelihood.</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Pepperfry</a:t>
            </a:r>
            <a:r>
              <a:rPr i="0" lang="en-US" sz="1100" u="none" cap="none" strike="noStrike">
                <a:solidFill>
                  <a:schemeClr val="dk1"/>
                </a:solidFill>
                <a:latin typeface="Inter"/>
                <a:ea typeface="Inter"/>
                <a:cs typeface="Inter"/>
                <a:sym typeface="Inter"/>
              </a:rPr>
              <a:t xml:space="preserve"> — piloting AI-led visual discovery and AR room planning across offline studios.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Livspace</a:t>
            </a:r>
            <a:r>
              <a:rPr i="0" lang="en-US" sz="1100" u="none" cap="none" strike="noStrike">
                <a:solidFill>
                  <a:schemeClr val="dk1"/>
                </a:solidFill>
                <a:latin typeface="Inter"/>
                <a:ea typeface="Inter"/>
                <a:cs typeface="Inter"/>
                <a:sym typeface="Inter"/>
              </a:rPr>
              <a:t xml:space="preserve"> — AI-powered modular design and interior recommendations at scale.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IKEA India</a:t>
            </a:r>
            <a:r>
              <a:rPr i="0" lang="en-US" sz="1100" u="none" cap="none" strike="noStrike">
                <a:solidFill>
                  <a:schemeClr val="dk1"/>
                </a:solidFill>
                <a:latin typeface="Inter"/>
                <a:ea typeface="Inter"/>
                <a:cs typeface="Inter"/>
                <a:sym typeface="Inter"/>
              </a:rPr>
              <a:t xml:space="preserve"> — extending Kreativ globally, already live on ikea.com/in.</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a:t>
            </a:r>
            <a:r>
              <a:rPr i="0" lang="en-US" sz="1100" u="none" cap="none" strike="noStrike">
                <a:solidFill>
                  <a:schemeClr val="dk1"/>
                </a:solidFill>
                <a:latin typeface="Inter"/>
                <a:ea typeface="Inter"/>
                <a:cs typeface="Inter"/>
                <a:sym typeface="Inter"/>
              </a:rPr>
              <a:t xml:space="preserve"> — generative-AI product search integrated into the home and furniture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Nilkamal, Godrej Interio, Wooden Street</a:t>
            </a:r>
            <a:r>
              <a:rPr i="0" lang="en-US" sz="1100" u="none" cap="none" strike="noStrike">
                <a:solidFill>
                  <a:schemeClr val="dk1"/>
                </a:solidFill>
                <a:latin typeface="Inter"/>
                <a:ea typeface="Inter"/>
                <a:cs typeface="Inter"/>
                <a:sym typeface="Inter"/>
              </a:rPr>
              <a:t xml:space="preserve"> — experimenting with conversational discovery in their apps.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palang and bed, it cannot link “a small 10x12 bedroom” to compact and compact to sofa cum bed.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“ergonomic office chair” or “queen storage bed”, they shop by intents such as “for a new 2BHK apartment” or “for a home office that doesn’t wreck my back”.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compact sofa for my 10x12 living room, fabric in earth tones, should double as a guest bed”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small living room to compact/2-seater, guest bed to sofa cum bed, adds the conditions for price and fabric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material/finish and tags such as “compact” or “sheesham” which an AI agent needs to map intent such as “furniture for a new 2BHK”  to “compact sofa cum bed” or “for a home office setup” to “ergonomic WFH chair”.</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“queen size bed” or “6-seater dining table”, AI chat assistants need to answer intent based queries like “I want furniture for my new home” or “I want a sofa that fits my 10x12 living room”.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“furniture for a new 2BHK”, “office chair for back pain”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Room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Let buyers place a sofa, bed, or wardrobe in their actual room via AR before they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Furniture’s biggest return reason is “doesn’t fit the space” — IKEA Place and Wayfair View in Room 3D have cut this by up to 35%.</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fewer costly reverse-logistics hits.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correctly to the English catalog — palang → bed, almirah → wardrobe, diwan → daybed, mandir → pooja unit.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“just moved into a new 2BHK, what do I need” resolve to a curated shortlist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cities where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furniture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product imagery, dimensions, finishes, and lifestyle context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Wayfair, Home Depot, Lowe’s and IKEA are already exposing catalogs to AI agents. Works across every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furniture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bedroom or living room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room sets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queen size bed</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almirah / sofa cum bed</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furniture for new 2bhk apartment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office chair for back pain while WFH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sheesham, 6-seater, teak, dining table,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