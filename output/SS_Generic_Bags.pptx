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Michael Kors (Shopping Muse)</a:t>
            </a:r>
            <a:r>
              <a:rPr b="0" i="0" lang="en-US" sz="1100" u="none" cap="none" strike="noStrike">
                <a:solidFill>
                  <a:srgbClr val="4B5563"/>
                </a:solidFill>
                <a:latin typeface="Inter"/>
                <a:ea typeface="Inter"/>
                <a:cs typeface="Inter"/>
                <a:sym typeface="Inter"/>
              </a:rPr>
              <a:t xml:space="preserve"> — first retailer to ship Mastercard's Dynamic Yield AI shopping assistant (Jun 2024), 15-20% conversion lift in initial tests.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Louis Vuitton</a:t>
            </a:r>
            <a:r>
              <a:rPr b="0" i="0" lang="en-US" sz="1100" u="none" cap="none" strike="noStrike">
                <a:solidFill>
                  <a:srgbClr val="4B5563"/>
                </a:solidFill>
                <a:latin typeface="Inter"/>
                <a:ea typeface="Inter"/>
                <a:cs typeface="Inter"/>
                <a:sym typeface="Inter"/>
              </a:rPr>
              <a:t xml:space="preserve"> — LV Virtual Advisor chatbot on Messenger and on-site NLP, 60% faster response times, measurable conversion lift.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Gucci</a:t>
            </a:r>
            <a:r>
              <a:rPr b="0" i="0" lang="en-US" sz="1100" u="none" cap="none" strike="noStrike">
                <a:solidFill>
                  <a:srgbClr val="4B5563"/>
                </a:solidFill>
                <a:latin typeface="Inter"/>
                <a:ea typeface="Inter"/>
                <a:cs typeface="Inter"/>
                <a:sym typeface="Inter"/>
              </a:rPr>
              <a:t xml:space="preserve"> — AI chatbot handles 83% of inquiries, 22% drive to sales. AR try-on for bags via Apple Vision Pro.</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Farfetch (iFetch + WANNA)</a:t>
            </a:r>
            <a:r>
              <a:rPr b="0" i="0" lang="en-US" sz="1100" u="none" cap="none" strike="noStrike">
                <a:solidFill>
                  <a:srgbClr val="4B5563"/>
                </a:solidFill>
                <a:latin typeface="Inter"/>
                <a:ea typeface="Inter"/>
                <a:cs typeface="Inter"/>
                <a:sym typeface="Inter"/>
              </a:rPr>
              <a:t xml:space="preserve"> — multimodal search (text + image), AR bag try-on via WANNA drove +47% visits and +22% add-to-bag.</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Samsonite / TUMI</a:t>
            </a:r>
            <a:r>
              <a:rPr b="0" i="0" lang="en-US" sz="1100" u="none" cap="none" strike="noStrike">
                <a:solidFill>
                  <a:srgbClr val="4B5563"/>
                </a:solidFill>
                <a:latin typeface="Inter"/>
                <a:ea typeface="Inter"/>
                <a:cs typeface="Inter"/>
                <a:sym typeface="Inter"/>
              </a:rPr>
              <a:t xml:space="preserve"> — 3D viewer and AR via Fibbl (Nov 2024), virtual luggage size comparison across all brands.</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Myntra (Maya)</a:t>
            </a:r>
            <a:r>
              <a:rPr i="0" lang="en-US" sz="1100" u="none" cap="none" strike="noStrike">
                <a:solidFill>
                  <a:schemeClr val="dk1"/>
                </a:solidFill>
                <a:latin typeface="Inter"/>
                <a:ea typeface="Inter"/>
                <a:cs typeface="Inter"/>
                <a:sym typeface="Inter"/>
              </a:rPr>
              <a:t xml:space="preserve"> — ChatGPT-powered conversational stylist, covers 2.3M styles across fashion including bags.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 (Flippi / SLAP)</a:t>
            </a:r>
            <a:r>
              <a:rPr i="0" lang="en-US" sz="1100" u="none" cap="none" strike="noStrike">
                <a:solidFill>
                  <a:schemeClr val="dk1"/>
                </a:solidFill>
                <a:latin typeface="Inter"/>
                <a:ea typeface="Inter"/>
                <a:cs typeface="Inter"/>
                <a:sym typeface="Inter"/>
              </a:rPr>
              <a:t xml:space="preserve"> — Flippi live; SLAP standalone conversational AI shopping app launched Jan 2026.</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Amazon India (Rufus)</a:t>
            </a:r>
            <a:r>
              <a:rPr i="0" lang="en-US" sz="1100" u="none" cap="none" strike="noStrike">
                <a:solidFill>
                  <a:schemeClr val="dk1"/>
                </a:solidFill>
                <a:latin typeface="Inter"/>
                <a:ea typeface="Inter"/>
                <a:cs typeface="Inter"/>
                <a:sym typeface="Inter"/>
              </a:rPr>
              <a:t xml:space="preserve"> — live across all categories including bags/luggage, 60% higher purchase likelihood.</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Ajio</a:t>
            </a:r>
            <a:r>
              <a:rPr i="0" lang="en-US" sz="1100" u="none" cap="none" strike="noStrike">
                <a:solidFill>
                  <a:schemeClr val="dk1"/>
                </a:solidFill>
                <a:latin typeface="Inter"/>
                <a:ea typeface="Inter"/>
                <a:cs typeface="Inter"/>
                <a:sym typeface="Inter"/>
              </a:rPr>
              <a:t xml:space="preserve"> — AI-powered personalization and visual search across fashion and accessories.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Mokobara, Baggit, Lavie, Hidesign, Wildcraft</a:t>
            </a:r>
            <a:r>
              <a:rPr i="0" lang="en-US" sz="1100" u="none" cap="none" strike="noStrike">
                <a:solidFill>
                  <a:schemeClr val="dk1"/>
                </a:solidFill>
                <a:latin typeface="Inter"/>
                <a:ea typeface="Inter"/>
                <a:cs typeface="Inter"/>
                <a:sym typeface="Inter"/>
              </a:rPr>
              <a:t xml:space="preserve"> — no on-site conversational assistants today. Indian D2C bags is entirely unserved.</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crossbody and sling bag, it cannot link “a 2-week European backpacking trip” to travel and travel to anti-theft.</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“laptop bag for office” or “tan leather tote”, they shop by intents such as “that fits a 15-inch laptop” or “that’s airline-compliant for IndiGo cabin”.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Shopping Assistant changes :  “I need a waterproof laptop backpack with USB charging port, anti-theft zippers, and a trolley sleeve, within budget”</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shopping assistant powered by a knowledge graph understands intent + constraints + context, it maps waterproof to material/coating, USB port to tech-enabled, trolley sleeve to travel-compatible, adds the conditions for price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Picture 58" descr="bags_table.png"/>
          <p:cNvPicPr>
            <a:picLocks noChangeAspect="1"/>
          </p:cNvPicPr>
          <p:nvPr/>
        </p:nvPicPr>
        <p:blipFill>
          <a:blip r:embed="rId4"/>
          <a:stretch>
            <a:fillRect/>
          </a:stretch>
        </p:blipFill>
        <p:spPr>
          <a:xfrm>
            <a:off x="2471075" y="2460600"/>
            <a:ext cx="4455051" cy="1031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material/closure and tags such as “waterproof” or “anti-theft” which an AI agent needs to map intent such as “bag for a European backpacking trip”  to “anti-theft sling bag” or “that fits IndiGo cabin limits” to “waterproof laptop backpack”.</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“tan leather tote” or “crossbody with bottle pocket”, AI chat assistants need to answer intent based queries like “I need a bag for gym and work” or “I want a carry-on that fits my 15-inch laptop”.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Shopping Assistant on Website that can understand user intent</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Chat-based shopping: voice, image, and text input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Lower cost per query - Graph handles 90%+ of queries, LLM tokens only for edge cases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“carry-on for a 2-week Europe trip”, “bag for gym clothes and work laptop” handled just like in ChatGPT and Amazon Rufus, giving buyer a full conversational experience.</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AR Size Visualization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See the backpack on your shoulders, compare the carry-on against your current bag, or check if your 15-inch laptop fits via AR before you commit.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Size mismatches cause ~24% of handbag returns. Farfetch’s WANNA AR drove +47% visits and +22% add-to-bag. Samsonite/TUMI now offer 3D size comparison via Fibbl.</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fewer returns, lower reverse-logistics cost on premium bags.</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to the English catalog — “basta” → bag, “jhola” → tote, “pithu bag” → backpack.</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“I need something to carry my gym clothes and work laptop in one bag” resolve to gym-office hybrids instead of 0 results.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Unlocks tier-2 and tier-3 buyers for whom vernacular and conversational phrasing are the first language of search.</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product research on ChatGPT / Gemini / Perplexity before visiting a brand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dimensions, airline compliance, compartments, and material details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Amazon Rufus is already answering bag queries for 250M shoppers. Works across every platform, not just one.</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bags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An AI shopping assistant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matched set — backpack plus wallet plus card holder —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complete travel kits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tan leather tote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crossbody / sling bag / messenger</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bag for a European backpacking trip</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something to carry gym clothes and work laptop</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waterproof, laptop sleeve, USB port, anti-theft, backpack,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