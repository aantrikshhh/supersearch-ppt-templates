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Puma (AI Shopping Assistant)</a:t>
            </a:r>
            <a:r>
              <a:rPr b="0" i="0" lang="en-US" sz="1100" u="none" cap="none" strike="noStrike">
                <a:solidFill>
                  <a:srgbClr val="4B5563"/>
                </a:solidFill>
                <a:latin typeface="Inter"/>
                <a:ea typeface="Inter"/>
                <a:cs typeface="Inter"/>
                <a:sym typeface="Inter"/>
              </a:rPr>
              <a:t xml:space="preserve"> — 7x higher conversion for AI-assisted shoppers vs non-users, 8x higher revenue per visitor. 42% of queries are about sizing/fit.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Nike (Nike Fit)</a:t>
            </a:r>
            <a:r>
              <a:rPr b="0" i="0" lang="en-US" sz="1100" u="none" cap="none" strike="noStrike">
                <a:solidFill>
                  <a:srgbClr val="4B5563"/>
                </a:solidFill>
                <a:latin typeface="Inter"/>
                <a:ea typeface="Inter"/>
                <a:cs typeface="Inter"/>
                <a:sym typeface="Inter"/>
              </a:rPr>
              <a:t xml:space="preserve"> — AR foot-scanning in the Nike App, 13-point measurement system for personalized size recommendations. 500K+ sizing calls/year eliminated.</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Zappos</a:t>
            </a:r>
            <a:r>
              <a:rPr b="0" i="0" lang="en-US" sz="1100" u="none" cap="none" strike="noStrike">
                <a:solidFill>
                  <a:srgbClr val="4B5563"/>
                </a:solidFill>
                <a:latin typeface="Inter"/>
                <a:ea typeface="Inter"/>
                <a:cs typeface="Inter"/>
                <a:sym typeface="Inter"/>
              </a:rPr>
              <a:t xml:space="preserve"> — AI-rebuilt search engine using genetic algorithms, personal shopping assistant on Sneakers tab, conversational chatbot for size recommendations.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Steve Madden</a:t>
            </a:r>
            <a:r>
              <a:rPr b="0" i="0" lang="en-US" sz="1100" u="none" cap="none" strike="noStrike">
                <a:solidFill>
                  <a:srgbClr val="4B5563"/>
                </a:solidFill>
                <a:latin typeface="Inter"/>
                <a:ea typeface="Inter"/>
                <a:cs typeface="Inter"/>
                <a:sym typeface="Inter"/>
              </a:rPr>
              <a:t xml:space="preserve"> — AI shopping optimization via Fast Simon across 25 stores on 5 continents (Sep 2024).</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Volumental (New Balance, Hoka, On, Adidas)</a:t>
            </a:r>
            <a:r>
              <a:rPr b="0" i="0" lang="en-US" sz="1100" u="none" cap="none" strike="noStrike">
                <a:solidFill>
                  <a:srgbClr val="4B5563"/>
                </a:solidFill>
                <a:latin typeface="Inter"/>
                <a:ea typeface="Inter"/>
                <a:cs typeface="Inter"/>
                <a:sym typeface="Inter"/>
              </a:rPr>
              <a:t xml:space="preserve"> — 3D foot scanning + AI fit engine, 25% return reduction, 32.5% basket size increase across retailers.</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Myntra (Maya)</a:t>
            </a:r>
            <a:r>
              <a:rPr i="0" lang="en-US" sz="1100" u="none" cap="none" strike="noStrike">
                <a:solidFill>
                  <a:schemeClr val="dk1"/>
                </a:solidFill>
                <a:latin typeface="Inter"/>
                <a:ea typeface="Inter"/>
                <a:cs typeface="Inter"/>
                <a:sym typeface="Inter"/>
              </a:rPr>
              <a:t xml:space="preserve"> — ChatGPT-powered conversational stylist, covers 2.3M styles across fashion and footwear.</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 (Flippi / SLAP)</a:t>
            </a:r>
            <a:r>
              <a:rPr i="0" lang="en-US" sz="1100" u="none" cap="none" strike="noStrike">
                <a:solidFill>
                  <a:schemeClr val="dk1"/>
                </a:solidFill>
                <a:latin typeface="Inter"/>
                <a:ea typeface="Inter"/>
                <a:cs typeface="Inter"/>
                <a:sym typeface="Inter"/>
              </a:rPr>
              <a:t xml:space="preserve"> — Flippi live; SLAP standalone conversational AI shopping app launched Jan 2026.</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Amazon India (Rufus)</a:t>
            </a:r>
            <a:r>
              <a:rPr i="0" lang="en-US" sz="1100" u="none" cap="none" strike="noStrike">
                <a:solidFill>
                  <a:schemeClr val="dk1"/>
                </a:solidFill>
                <a:latin typeface="Inter"/>
                <a:ea typeface="Inter"/>
                <a:cs typeface="Inter"/>
                <a:sym typeface="Inter"/>
              </a:rPr>
              <a:t xml:space="preserve"> — live across all categories including footwear, but only 32% accuracy on product matching.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Ajio</a:t>
            </a:r>
            <a:r>
              <a:rPr i="0" lang="en-US" sz="1100" u="none" cap="none" strike="noStrike">
                <a:solidFill>
                  <a:schemeClr val="dk1"/>
                </a:solidFill>
                <a:latin typeface="Inter"/>
                <a:ea typeface="Inter"/>
                <a:cs typeface="Inter"/>
                <a:sym typeface="Inter"/>
              </a:rPr>
              <a:t xml:space="preserve"> — AI-powered personalization and visual search across fashion and footwear.</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Bata, Metro, Woodland, Campus, Relaxo</a:t>
            </a:r>
            <a:r>
              <a:rPr i="0" lang="en-US" sz="1100" u="none" cap="none" strike="noStrike">
                <a:solidFill>
                  <a:schemeClr val="dk1"/>
                </a:solidFill>
                <a:latin typeface="Inter"/>
                <a:ea typeface="Inter"/>
                <a:cs typeface="Inter"/>
                <a:sym typeface="Inter"/>
              </a:rPr>
              <a:t xml:space="preserve"> — no on-site conversational assistants or AI fit tools today. Indian footwear D2C is entirely unserved.</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sneakers and trainers, it cannot link “standing all day at work” to cushioned and cushioned to memory foam.</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“formal shoes for office” or “white cushioned running shoes”, they shop by intents such as “with arch support for flat feet” or “that won’t hurt my plantar fasciitis”.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Shopping Assistant changes :  “I need white cushioned running shoes with arch support for flat feet, wide toe box, within budget”</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shopping assistant powered by a knowledge graph understands intent + constraints + context, it maps flat feet to arch support/stability, wide toe box to wide-fit, adds the conditions for price and cushioning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shoes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arch/cushioning and tags such as “cushioned” or “breathable” which an AI agent needs to map intent such as “shoes for standing all day at work”  to “memory foam arch support shoe” or “for a beach wedding in Goa” to “waterproof trail running shoe”.</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“white running shoes” or “wide-fit walking shoes”, AI chat assistants need to answer intent based queries like “I need shoes for my bad knees” or “I want running shoes for overpronation”.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Shopping Assistant on Website that can understand user intent</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Chat-based shopping: voice, image, and text input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Lower cost per query - Graph handles 90%+ of queries, LLM tokens only for edge cases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“running shoes for flat feet”, “comfortable heels for a 12-hour office day” handled just like in ChatGPT and Amazon Rufus, giving buyer a full conversational experience.</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virtual try-on,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virtual try-on to make more informed </a:t>
            </a:r>
            <a:r>
              <a:rPr lang="en-US"/>
              <a:t>decisions</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Fit Prediction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Scan your feet with your phone camera, get AI-powered size recommendations matched to each shoe model.</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67% of shoe returns are due to sizing issues, costing $12-19 per return. Volumental’s 3D scanning cuts returns 25-38%, and Puma reports 42% of AI queries are about sizing/fit.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dramatically fewer returns, lower reverse-logistics cost.</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to the English catalog — “joota” → shoes, “chappal” → sandal, “sports ka joota” → sports shoes.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“shoes that won’t hurt my plantar fasciitis” resolve to arch-support shoes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buyers for whom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product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size, cushioning, arch support, and activity fit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Puma’s AI assistant drives 7x conversion. Indian footwear e-commerce ($5B, growing 9.7% CAGR) is ready for the same.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shoes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An AI shopping assistant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Clarifies intent instead of dumping a catalog — asks the right follow-up questions (occasion, budget, use-case, size/fit)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Stylist-grade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matched set — running shoes plus socks plus insoles plus care kit —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complete activity kits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white running shoes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sneakers / trainers / sports shoes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shoes for a beach wedding in Goa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comfortable heels for standing all day at work</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cushioned, wide toe box, arch support, running shoe,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