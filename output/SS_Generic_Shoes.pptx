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Puma (AI Shopping Assistant)</a:t>
            </a:r>
            <a:r>
              <a:rPr b="0" i="0" lang="en-US" sz="1100" u="none" cap="none" strike="noStrike">
                <a:solidFill>
                  <a:srgbClr val="4B5563"/>
                </a:solidFill>
                <a:latin typeface="Inter"/>
                <a:ea typeface="Inter"/>
                <a:cs typeface="Inter"/>
                <a:sym typeface="Inter"/>
              </a:rPr>
              <a:t xml:space="preserve"> — 7x higher conversion for AI-assisted shoppers vs non-users, 8x higher revenue per visitor. 42% of queries are about sizing/fit.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Nike (Nike Fit)</a:t>
            </a:r>
            <a:r>
              <a:rPr b="0" i="0" lang="en-US" sz="1100" u="none" cap="none" strike="noStrike">
                <a:solidFill>
                  <a:srgbClr val="4B5563"/>
                </a:solidFill>
                <a:latin typeface="Inter"/>
                <a:ea typeface="Inter"/>
                <a:cs typeface="Inter"/>
                <a:sym typeface="Inter"/>
              </a:rPr>
              <a:t xml:space="preserve"> — AR foot-scanning in the Nike App, 13-point measurement system for personalized size recommendations. 500K+ sizing calls/year eliminated.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Zappos</a:t>
            </a:r>
            <a:r>
              <a:rPr b="0" i="0" lang="en-US" sz="1100" u="none" cap="none" strike="noStrike">
                <a:solidFill>
                  <a:srgbClr val="4B5563"/>
                </a:solidFill>
                <a:latin typeface="Inter"/>
                <a:ea typeface="Inter"/>
                <a:cs typeface="Inter"/>
                <a:sym typeface="Inter"/>
              </a:rPr>
              <a:t xml:space="preserve"> — AI-rebuilt search engine using genetic algorithms, personal shopping assistant on Sneakers tab, conversational chatbot for size recommendations.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Steve Madden</a:t>
            </a:r>
            <a:r>
              <a:rPr b="0" i="0" lang="en-US" sz="1100" u="none" cap="none" strike="noStrike">
                <a:solidFill>
                  <a:srgbClr val="4B5563"/>
                </a:solidFill>
                <a:latin typeface="Inter"/>
                <a:ea typeface="Inter"/>
                <a:cs typeface="Inter"/>
                <a:sym typeface="Inter"/>
              </a:rPr>
              <a:t xml:space="preserve"> — AI shopping optimization via Fast Simon across 25 stores on 5 continents (Sep 2024).</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Volumental (New Balance, Hoka, On, Adidas)</a:t>
            </a:r>
            <a:r>
              <a:rPr b="0" i="0" lang="en-US" sz="1100" u="none" cap="none" strike="noStrike">
                <a:solidFill>
                  <a:srgbClr val="4B5563"/>
                </a:solidFill>
                <a:latin typeface="Inter"/>
                <a:ea typeface="Inter"/>
                <a:cs typeface="Inter"/>
                <a:sym typeface="Inter"/>
              </a:rPr>
              <a:t xml:space="preserve"> — 3D foot scanning + AI fit engine, 25% return reduction, 32.5% basket size increase across retailers.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Myntra (Maya)</a:t>
            </a:r>
            <a:r>
              <a:rPr i="0" lang="en-US" sz="1100" u="none" cap="none" strike="noStrike">
                <a:solidFill>
                  <a:schemeClr val="dk1"/>
                </a:solidFill>
                <a:latin typeface="Inter"/>
                <a:ea typeface="Inter"/>
                <a:cs typeface="Inter"/>
                <a:sym typeface="Inter"/>
              </a:rPr>
              <a:t xml:space="preserve"> — ChatGPT-powered conversational stylist, covers 2.3M styles across fashion and footwear.</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standalone conversational AI shopping app launched Jan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live across all categories including footwear, but only 32% accuracy on product matching.</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a:t>
            </a:r>
            <a:r>
              <a:rPr i="0" lang="en-US" sz="1100" u="none" cap="none" strike="noStrike">
                <a:solidFill>
                  <a:schemeClr val="dk1"/>
                </a:solidFill>
                <a:latin typeface="Inter"/>
                <a:ea typeface="Inter"/>
                <a:cs typeface="Inter"/>
                <a:sym typeface="Inter"/>
              </a:rPr>
              <a:t xml:space="preserve"> — AI-powered personalization and visual search across fashion and footwear.</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Bata, Metro, Woodland, Campus, Relaxo</a:t>
            </a:r>
            <a:r>
              <a:rPr i="0" lang="en-US" sz="1100" u="none" cap="none" strike="noStrike">
                <a:solidFill>
                  <a:schemeClr val="dk1"/>
                </a:solidFill>
                <a:latin typeface="Inter"/>
                <a:ea typeface="Inter"/>
                <a:cs typeface="Inter"/>
                <a:sym typeface="Inter"/>
              </a:rPr>
              <a:t xml:space="preserve"> — no on-site conversational assistants or AI fit tools today. Indian footwear D2C is entirely unserved.</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sneakers and trainers, it cannot link “standing all day at work” to cushioned and cushioned to memory foam.</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“formal shoes for office” or “white cushioned running shoes”, they shop by intents such as “with arch support for flat feet” or “that won’t hurt my plantar fasciitis”.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Sales Associate changes :  “I need white cushioned running shoes with arch support for flat feet, wide toe box,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sales associate powered by a knowledge graph understands intent + constraints + context, it maps flat feet to arch support/stability, wide toe box to wide-fit, adds the conditions for price and cushioning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shoes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arch/cushioning and tags such as “cushioned” or “breathable” which an AI agent needs to map intent such as “shoes for standing all day at work”  to “memory foam arch support shoe” or “for a beach wedding in Goa” to “waterproof trail running shoe”.</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“white running shoes” or “wide-fit walking shoes”, AI chat assistants need to answer intent based queries like “I need shoes for my bad knees” or “I want running shoes for overpronation”.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Sales Associate on your website that guides buyers to the right purchase</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Acts as a digital sales associate — asks the right questions, understands what the buyer actually needs, and guides them to the right product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Drives revenue, not just answers — every conversation is a guided selling opportunity that converts browsers into buyers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“running shoes for flat feet”, “comfortable heels for a 12-hour office day” handled just like in ChatGPT and Amazon Rufus, guiding buyers to a purchase just like your best in-store sales associate would.</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Fit Prediction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Scan your feet with your phone camera, get AI-powered size recommendations matched to each shoe model.</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67% of shoe returns are due to sizing issues, costing $12-19 per return. Volumental’s 3D scanning cuts returns 25-38%, and Puma reports 42% of AI queries are about sizing/fit.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dramatically fewer returns, lower reverse-logistics cost.</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“joota” → shoes, “chappal” → sandal, “sports ka joota” → sports shoes.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“shoes that won’t hurt my plantar fasciitis” resolve to arch-support shoes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product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size, cushioning, arch support, and activity fit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Puma’s AI assistant drives 7x conversion. Indian footwear e-commerce ($5B, growing 9.7% CAGR) is ready for the same.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shoe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Your AI sales associate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Like your best sales associate, it 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set — running shoes plus socks plus insoles plus care kit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complete activity kits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white running shoes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sneakers / trainers / sports shoes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shoes for a beach wedding in Goa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comfortable heels for standing all day at work</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cushioned, wide toe box, arch support, running shoe,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