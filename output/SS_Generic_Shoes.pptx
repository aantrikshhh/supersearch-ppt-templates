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Puma (AI Shopping Assistant)</a:t>
            </a:r>
            <a:r>
              <a:rPr b="0" i="0" lang="en-US" sz="1100" u="none" cap="none" strike="noStrike">
                <a:solidFill>
                  <a:srgbClr val="4B5563"/>
                </a:solidFill>
                <a:latin typeface="Inter"/>
                <a:ea typeface="Inter"/>
                <a:cs typeface="Inter"/>
                <a:sym typeface="Inter"/>
              </a:rPr>
              <a:t xml:space="preserve"> — 7x higher conversion for AI-assisted shoppers vs non-users, 8x higher revenue per visitor. 42% of queries are about sizing/fit.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Nike (Nike Fit)</a:t>
            </a:r>
            <a:r>
              <a:rPr b="0" i="0" lang="en-US" sz="1100" u="none" cap="none" strike="noStrike">
                <a:solidFill>
                  <a:srgbClr val="4B5563"/>
                </a:solidFill>
                <a:latin typeface="Inter"/>
                <a:ea typeface="Inter"/>
                <a:cs typeface="Inter"/>
                <a:sym typeface="Inter"/>
              </a:rPr>
              <a:t xml:space="preserve"> — AR foot-scanning in the Nike App, 13-point measurement system for personalized size recommendations. 500K+ sizing calls/year eliminated.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Zappos</a:t>
            </a:r>
            <a:r>
              <a:rPr b="0" i="0" lang="en-US" sz="1100" u="none" cap="none" strike="noStrike">
                <a:solidFill>
                  <a:srgbClr val="4B5563"/>
                </a:solidFill>
                <a:latin typeface="Inter"/>
                <a:ea typeface="Inter"/>
                <a:cs typeface="Inter"/>
                <a:sym typeface="Inter"/>
              </a:rPr>
              <a:t xml:space="preserve"> — AI-rebuilt search engine using genetic algorithms, personal shopping assistant on Sneakers tab, conversational chatbot for size recommendations.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Steve Madden</a:t>
            </a:r>
            <a:r>
              <a:rPr b="0" i="0" lang="en-US" sz="1100" u="none" cap="none" strike="noStrike">
                <a:solidFill>
                  <a:srgbClr val="4B5563"/>
                </a:solidFill>
                <a:latin typeface="Inter"/>
                <a:ea typeface="Inter"/>
                <a:cs typeface="Inter"/>
                <a:sym typeface="Inter"/>
              </a:rPr>
              <a:t xml:space="preserve"> — AI shopping optimization via Fast Simon across 25 stores on 5 continents (Sep 2024).</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Volumental (New Balance, Hoka, On, Adidas)</a:t>
            </a:r>
            <a:r>
              <a:rPr b="0" i="0" lang="en-US" sz="1100" u="none" cap="none" strike="noStrike">
                <a:solidFill>
                  <a:srgbClr val="4B5563"/>
                </a:solidFill>
                <a:latin typeface="Inter"/>
                <a:ea typeface="Inter"/>
                <a:cs typeface="Inter"/>
                <a:sym typeface="Inter"/>
              </a:rPr>
              <a:t xml:space="preserve"> — 3D foot scanning + AI fit engine, 25% return reduction, 32.5% basket size increase across retailers.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footwear, but only 32% accuracy on product matching.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Bata, Metro, Woodland, Campus, Relaxo</a:t>
            </a:r>
            <a:r>
              <a:rPr i="0" lang="en-US" sz="1100" u="none" cap="none" strike="noStrike">
                <a:solidFill>
                  <a:schemeClr val="dk1"/>
                </a:solidFill>
                <a:latin typeface="Inter"/>
                <a:ea typeface="Inter"/>
                <a:cs typeface="Inter"/>
                <a:sym typeface="Inter"/>
              </a:rPr>
              <a:t xml:space="preserve"> — no on-site conversational assistants or AI fit tools today. Indian footwear D2C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sneakers and trainers, it cannot link “standing all day at work” to cushioned and cushioned to memory foam.</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“formal shoes for office” or “white cushioned running shoes”, they shop by intents such as “with arch support for flat feet” or “that won’t hurt my plantar fasciitis”.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white cushioned running shoes with arch support for flat feet, wide toe box, under 5000”</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flat feet to arch support/stability, wide toe box to wide-fit, adds the conditions for price and cushioning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arch/cushioning and tags such as “cushioned” or “breathable” which an AI agent needs to map intent such as “shoes for standing all day at work”  to “memory foam arch support shoe” or “for a beach wedding in Goa” to “waterproof trail running shoe”.</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“white running shoes” or “wide-fit walking shoes”, AI chat assistants need to answer intent based queries like “I need shoes for my bad knees” or “I want running shoes for overpronation”. They have to map buyer intent to keywords using a knowledge graph and then search the catalog for relevant products using keywords, refer to the diagram in the next slide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“running shoes for flat feet”, “comfortable heels for a 12-hour office day”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Fit Prediction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Scan your feet with your phone camera, get AI-powered size recommendations matched to each shoe model.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67% of shoe returns are due to sizing issues, costing $12-19 per return. Volumental’s 3D scanning cuts returns 25-38%, and Puma reports 42% of AI queries are about sizing/fit.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dramatically fewer returns, lower reverse-logistics cost.</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“joota” → shoes, “chappal” → sandal, “sports ka joota” → sports shoes.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“shoes that won’t hurt my plantar fasciitis” resolve to arch-support shoes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size, cushioning, arch support, and activity fit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Puma’s AI assistant drives 7x conversion. Indian footwear e-commerce ($5B, growing 9.7% CAGR) is ready for the same.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shoe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running shoes plus socks plus insoles plus care kit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activity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white running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sneakers / trainers / sports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shoes for a beach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comfortable heels for standing all day at work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cushioned, wide toe box, arch support, running shoe under 5000</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