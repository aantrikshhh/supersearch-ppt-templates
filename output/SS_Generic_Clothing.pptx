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Amazon Rufus</a:t>
            </a:r>
            <a:r>
              <a:rPr b="0" i="0" lang="en-US" sz="1100" u="none" cap="none" strike="noStrike">
                <a:solidFill>
                  <a:srgbClr val="4B5563"/>
                </a:solidFill>
                <a:latin typeface="Inter"/>
                <a:ea typeface="Inter"/>
                <a:cs typeface="Inter"/>
                <a:sym typeface="Inter"/>
              </a:rPr>
              <a:t xml:space="preserve"> — 250M shoppers, +$10B downstream sales, 60% higher purchase likelihood.</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H&amp;M</a:t>
            </a:r>
            <a:r>
              <a:rPr b="0" i="0" lang="en-US" sz="1100" u="none" cap="none" strike="noStrike">
                <a:solidFill>
                  <a:srgbClr val="4B5563"/>
                </a:solidFill>
                <a:latin typeface="Inter"/>
                <a:ea typeface="Inter"/>
                <a:cs typeface="Inter"/>
                <a:sym typeface="Inter"/>
              </a:rPr>
              <a:t xml:space="preserve"> — 18% conversion lift, 12% cart abandonment drop with conversational AI.</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ASOS</a:t>
            </a:r>
            <a:r>
              <a:rPr b="0" i="0" lang="en-US" sz="1100" u="none" cap="none" strike="noStrike">
                <a:solidFill>
                  <a:srgbClr val="4B5563"/>
                </a:solidFill>
                <a:latin typeface="Inter"/>
                <a:ea typeface="Inter"/>
                <a:cs typeface="Inter"/>
                <a:sym typeface="Inter"/>
              </a:rPr>
              <a:t xml:space="preserve"> — AI stylist trained on 100K+ outfits for personalised fashion discovery.</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Zalando</a:t>
            </a:r>
            <a:r>
              <a:rPr b="0" i="0" lang="en-US" sz="1100" u="none" cap="none" strike="noStrike">
                <a:solidFill>
                  <a:srgbClr val="4B5563"/>
                </a:solidFill>
                <a:latin typeface="Inter"/>
                <a:ea typeface="Inter"/>
                <a:cs typeface="Inter"/>
                <a:sym typeface="Inter"/>
              </a:rPr>
              <a:t xml:space="preserve"> — 18% YoY profitability lift partly credited to its conversational shopping assistant.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Klarna</a:t>
            </a:r>
            <a:r>
              <a:rPr b="0" i="0" lang="en-US" sz="1100" u="none" cap="none" strike="noStrike">
                <a:solidFill>
                  <a:srgbClr val="4B5563"/>
                </a:solidFill>
                <a:latin typeface="Inter"/>
                <a:ea typeface="Inter"/>
                <a:cs typeface="Inter"/>
                <a:sym typeface="Inter"/>
              </a:rPr>
              <a:t xml:space="preserve"> — AI shopping assistant across 5.6M+ products, live on ChatGPT.</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Myntra (Maya / MyFashionGPT)</a:t>
            </a:r>
            <a:r>
              <a:rPr i="0" lang="en-US" sz="1100" u="none" cap="none" strike="noStrike">
                <a:solidFill>
                  <a:schemeClr val="dk1"/>
                </a:solidFill>
                <a:latin typeface="Inter"/>
                <a:ea typeface="Inter"/>
                <a:cs typeface="Inter"/>
                <a:sym typeface="Inter"/>
              </a:rPr>
              <a:t xml:space="preserve"> — in-app conversational stylist, users 3x more likely to purchase.</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Meesho (Vaani)</a:t>
            </a:r>
            <a:r>
              <a:rPr i="0" lang="en-US" sz="1100" u="none" cap="none" strike="noStrike">
                <a:solidFill>
                  <a:schemeClr val="dk1"/>
                </a:solidFill>
                <a:latin typeface="Inter"/>
                <a:ea typeface="Inter"/>
                <a:cs typeface="Inter"/>
                <a:sym typeface="Inter"/>
              </a:rPr>
              <a:t xml:space="preserve"> — 1.5M users, 22% higher conversion, lower returns on the AI assistant.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Nykaa Fashion</a:t>
            </a:r>
            <a:r>
              <a:rPr i="0" lang="en-US" sz="1100" u="none" cap="none" strike="noStrike">
                <a:solidFill>
                  <a:schemeClr val="dk1"/>
                </a:solidFill>
                <a:latin typeface="Inter"/>
                <a:ea typeface="Inter"/>
                <a:cs typeface="Inter"/>
                <a:sym typeface="Inter"/>
              </a:rPr>
              <a:t xml:space="preserve"> — rolling out AI-led discovery and style recommendations across the marketplace.</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Flipkart</a:t>
            </a:r>
            <a:r>
              <a:rPr i="0" lang="en-US" sz="1100" u="none" cap="none" strike="noStrike">
                <a:solidFill>
                  <a:schemeClr val="dk1"/>
                </a:solidFill>
                <a:latin typeface="Inter"/>
                <a:ea typeface="Inter"/>
                <a:cs typeface="Inter"/>
                <a:sym typeface="Inter"/>
              </a:rPr>
              <a:t xml:space="preserve"> — generative-AI product search integrated into the fashion storefront.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Ajio, Tata CLiQ</a:t>
            </a:r>
            <a:r>
              <a:rPr i="0" lang="en-US" sz="1100" u="none" cap="none" strike="noStrike">
                <a:solidFill>
                  <a:schemeClr val="dk1"/>
                </a:solidFill>
                <a:latin typeface="Inter"/>
                <a:ea typeface="Inter"/>
                <a:cs typeface="Inter"/>
                <a:sym typeface="Inter"/>
              </a:rPr>
              <a:t xml:space="preserve"> — visual search and AI recommendations across fashion storefronts.</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a:t>
            </a:r>
            <a:r>
              <a:rPr b="1" i="0" lang="en-US" sz="1100" u="none" cap="none" strike="noStrike">
                <a:solidFill>
                  <a:srgbClr val="4B5563"/>
                </a:solidFill>
                <a:latin typeface="Inter"/>
                <a:ea typeface="Inter"/>
                <a:cs typeface="Inter"/>
                <a:sym typeface="Inter"/>
              </a:rPr>
              <a:t>current search bar</a:t>
            </a:r>
            <a:r>
              <a:rPr b="0" i="0" lang="en-US" sz="1100" u="none" cap="none" strike="noStrike">
                <a:solidFill>
                  <a:srgbClr val="4B5563"/>
                </a:solidFill>
                <a:latin typeface="Inter"/>
                <a:ea typeface="Inter"/>
                <a:cs typeface="Inter"/>
                <a:sym typeface="Inter"/>
              </a:rPr>
              <a:t xml:space="preserve"> on your e-commerce website needs the right keywords. It </a:t>
            </a:r>
            <a:r>
              <a:rPr b="1" i="0" lang="en-US" sz="1100" u="none" cap="none" strike="noStrike">
                <a:solidFill>
                  <a:srgbClr val="4B5563"/>
                </a:solidFill>
                <a:latin typeface="Inter"/>
                <a:ea typeface="Inter"/>
                <a:cs typeface="Inter"/>
                <a:sym typeface="Inter"/>
              </a:rPr>
              <a:t>does not understand human language</a:t>
            </a:r>
            <a:r>
              <a:rPr b="0" i="0" lang="en-US" sz="1100" u="none" cap="none" strike="noStrike">
                <a:solidFill>
                  <a:srgbClr val="4B5563"/>
                </a:solidFill>
                <a:latin typeface="Inter"/>
                <a:ea typeface="Inter"/>
                <a:cs typeface="Inter"/>
                <a:sym typeface="Inter"/>
              </a:rPr>
              <a:t>, it cannot match scarf and dupatta, it cannot link “Jaipur in May” to summer and summer to cotton.</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a:t>
            </a:r>
            <a:r>
              <a:rPr lang="en-US" sz="1100">
                <a:solidFill>
                  <a:srgbClr val="4B5563"/>
                </a:solidFill>
                <a:latin typeface="Inter"/>
                <a:ea typeface="Inter"/>
                <a:cs typeface="Inter"/>
                <a:sym typeface="Inter"/>
              </a:rPr>
              <a:t xml:space="preserve">“blazer” or </a:t>
            </a:r>
            <a:r>
              <a:rPr b="0" i="0" lang="en-US" sz="1100" u="none" cap="none" strike="noStrike">
                <a:solidFill>
                  <a:srgbClr val="4B5563"/>
                </a:solidFill>
                <a:latin typeface="Inter"/>
                <a:ea typeface="Inter"/>
                <a:cs typeface="Inter"/>
                <a:sym typeface="Inter"/>
              </a:rPr>
              <a:t xml:space="preserve">“light pink lehenga”, </a:t>
            </a:r>
            <a:r>
              <a:rPr b="1" i="0" lang="en-US" sz="1100" u="none" cap="none" strike="noStrike">
                <a:solidFill>
                  <a:srgbClr val="4B5563"/>
                </a:solidFill>
                <a:latin typeface="Inter"/>
                <a:ea typeface="Inter"/>
                <a:cs typeface="Inter"/>
                <a:sym typeface="Inter"/>
              </a:rPr>
              <a:t>they shop by intents</a:t>
            </a:r>
            <a:r>
              <a:rPr b="0" i="0" lang="en-US" sz="1100" u="none" cap="none" strike="noStrike">
                <a:solidFill>
                  <a:srgbClr val="4B5563"/>
                </a:solidFill>
                <a:latin typeface="Inter"/>
                <a:ea typeface="Inter"/>
                <a:cs typeface="Inter"/>
                <a:sym typeface="Inter"/>
              </a:rPr>
              <a:t xml:space="preserve"> such as “for an office party” or “for a wedding in India in May”.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Sales Associate changes :  “I need an outfit for myself, size medium, for my sister’s beach wedding, I like sequins, within budget”</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sales associate powered by a knowledge graph understands intent + constraints + context, it maps beach to : pastels/boho, wedding to lehenga/sharara/gown, adds the conditions for sequins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Picture 58" descr="clothing_table.png"/>
          <p:cNvPicPr>
            <a:picLocks noChangeAspect="1"/>
          </p:cNvPicPr>
          <p:nvPr/>
        </p:nvPicPr>
        <p:blipFill>
          <a:blip r:embed="rId4"/>
          <a:stretch>
            <a:fillRect/>
          </a:stretch>
        </p:blipFill>
        <p:spPr>
          <a:xfrm>
            <a:off x="2471075" y="2460600"/>
            <a:ext cx="4455051" cy="10314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fit/cut and tags such as “summer” or “polka” which an AI agent needs to map intent such as “outfit for 90’s themed bachelorette”  to “polka saree” or “for a Christian wedding” to “non white gown”.</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“red dress” or “16GM RAM”, AI chat assistants need to answer intent based queries like “I want an outfit for my birthday” or “I want a laptop good for Photoshop”. They have to map buyer intent to keywords using a knowledge graph and then search the catalog for relevant products using keywords, refer to the diagram on slide 11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Sales Associate on your website that guides buyers to the right purchase</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Acts as a digital sales associate — asks the right questions, understands what the buyer actually needs, and guides them to the right product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Drives revenue, not just answers — every conversation is a guided selling opportunity that converts browsers into buyers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“outfit for Ladakh trip”, “plan my meals” handled just like in ChatGPT and Amazon Rufus, guiding buyers to a purchase just like your best in-store sales associate would.</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virtual try-on,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virtual try-on to make more informed </a:t>
            </a:r>
            <a:r>
              <a:rPr lang="en-US"/>
              <a:t>decisions</a:t>
            </a: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Virtual Try-On</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Let shoppers visualize fit, drape, and styling across sizes — see how a kurta falls at their height, how a blazer sits on their shoulders, or how a lehenga’s flare looks in motion.</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Brands using virtual try-on have seen return rates drop by up to 40%.</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Higher conversion, fewer returns, and the confidence to buy without visiting a store.</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Vernacular + natural-language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Hindi, Tamil, Telugu and Bengali queries mapped to the English catalog — “salwar suit” → salwar kameez, “dupatta” → stole, “pattu pudavai” → silk saree.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Natural-language queries like “what should I wear to a sangeet if I’m plus-size” resolve to curated outfits instead of 0 results.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Unlocks tier-2 and tier-3 buyers for whom vernacular and conversational phrasing are the first language of search.</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buyers now start their fashion research on ChatGPT / Gemini / Perplexity before visiting a brand site.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catalog surfaces when shoppers ask “what should I wear to a Goa beach wedding” — alongside Myntra, ASOS, and Zalando.</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H&amp;M, ASOS, Zalando and Klarna are already live on ChatGPT. Indian fashion retail is still wide open.</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clothing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Your AI sales associate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Like your best sales associate, it clarifies intent instead of dumping a catalog — asks the right follow-up questions (occasion, budget, use-case, size/fit)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Stylist-grade cross-sell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complete look instead of a single SKU.</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full outfits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blue shirt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dupatta / stole / scarf</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outfit for a summer wedding in Goa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what to wear to a formal dinner date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red, sleeveless, v-neck, medium dress, within budget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