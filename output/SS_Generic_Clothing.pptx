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H&amp;M</a:t>
            </a:r>
            <a:r>
              <a:rPr b="0" i="0" lang="en-US" sz="1100" u="none" cap="none" strike="noStrike">
                <a:solidFill>
                  <a:srgbClr val="4B5563"/>
                </a:solidFill>
                <a:latin typeface="Inter"/>
                <a:ea typeface="Inter"/>
                <a:cs typeface="Inter"/>
                <a:sym typeface="Inter"/>
              </a:rPr>
              <a:t xml:space="preserve"> — 18% conversion lift, 12% cart abandonment drop with conversational 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ASOS</a:t>
            </a:r>
            <a:r>
              <a:rPr b="0" i="0" lang="en-US" sz="1100" u="none" cap="none" strike="noStrike">
                <a:solidFill>
                  <a:srgbClr val="4B5563"/>
                </a:solidFill>
                <a:latin typeface="Inter"/>
                <a:ea typeface="Inter"/>
                <a:cs typeface="Inter"/>
                <a:sym typeface="Inter"/>
              </a:rPr>
              <a:t xml:space="preserve"> — AI stylist trained on 100K+ outfits for personalised fashion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18% YoY profitability lift partly credited to its conversational shopping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Klarna</a:t>
            </a:r>
            <a:r>
              <a:rPr b="0" i="0" lang="en-US" sz="1100" u="none" cap="none" strike="noStrike">
                <a:solidFill>
                  <a:srgbClr val="4B5563"/>
                </a:solidFill>
                <a:latin typeface="Inter"/>
                <a:ea typeface="Inter"/>
                <a:cs typeface="Inter"/>
                <a:sym typeface="Inter"/>
              </a:rPr>
              <a:t xml:space="preserve"> — AI shopping assistant across 5.6M+ products, live on ChatGPT.</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 / MyFashionGPT)</a:t>
            </a:r>
            <a:r>
              <a:rPr i="0" lang="en-US" sz="1100" u="none" cap="none" strike="noStrike">
                <a:solidFill>
                  <a:schemeClr val="dk1"/>
                </a:solidFill>
                <a:latin typeface="Inter"/>
                <a:ea typeface="Inter"/>
                <a:cs typeface="Inter"/>
                <a:sym typeface="Inter"/>
              </a:rPr>
              <a:t xml:space="preserve"> — in-app conversational stylist, users 3x more likely to purchase.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Meesho (Vaani)</a:t>
            </a:r>
            <a:r>
              <a:rPr i="0" lang="en-US" sz="1100" u="none" cap="none" strike="noStrike">
                <a:solidFill>
                  <a:schemeClr val="dk1"/>
                </a:solidFill>
                <a:latin typeface="Inter"/>
                <a:ea typeface="Inter"/>
                <a:cs typeface="Inter"/>
                <a:sym typeface="Inter"/>
              </a:rPr>
              <a:t xml:space="preserve"> — 1.5M users, 22% higher conversion, lower returns on the AI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Nykaa Fashion</a:t>
            </a:r>
            <a:r>
              <a:rPr i="0" lang="en-US" sz="1100" u="none" cap="none" strike="noStrike">
                <a:solidFill>
                  <a:schemeClr val="dk1"/>
                </a:solidFill>
                <a:latin typeface="Inter"/>
                <a:ea typeface="Inter"/>
                <a:cs typeface="Inter"/>
                <a:sym typeface="Inter"/>
              </a:rPr>
              <a:t xml:space="preserve"> — rolling out AI-led discovery and style recommendations across the marketplace.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fashion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Tata CLiQ</a:t>
            </a:r>
            <a:r>
              <a:rPr i="0" lang="en-US" sz="1100" u="none" cap="none" strike="noStrike">
                <a:solidFill>
                  <a:schemeClr val="dk1"/>
                </a:solidFill>
                <a:latin typeface="Inter"/>
                <a:ea typeface="Inter"/>
                <a:cs typeface="Inter"/>
                <a:sym typeface="Inter"/>
              </a:rPr>
              <a:t xml:space="preserve"> — visual search and AI recommendations across fashion storefronts.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an outfit for myself, size medium, for my sister’s beach wedding, I like sequins,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see how various sizes and styles look on them before buying reducing return rate.</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Some companies have seen return rates go down by 40%.</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Multilingual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use regional languages to search magnifying your customer base.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Most regional brands get a huge quota of queries that use the local language and miss out.</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a:p>
            <a:pPr indent="0" lvl="0" marL="0" marR="0" rtl="0" algn="l">
              <a:spcBef>
                <a:spcPts val="0"/>
              </a:spcBef>
              <a:spcAft>
                <a:spcPts val="0"/>
              </a:spcAft>
              <a:buClr>
                <a:srgbClr val="111827"/>
              </a:buClr>
              <a:buSzPts val="1600"/>
              <a:buFont typeface="Inter"/>
              <a:buNone/>
            </a:pPr>
            <a:r>
              <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shoppers now start their buying journey on AI platforms.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brand’s AI-native storefront surfaces inside the AI conversation. Your brand’s recommendations appear with product imagery, descriptions, and lifestyle content.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Works Across Every AI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clothing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dupatta / stole / scarf</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a summer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what to wear to a formal dinner date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