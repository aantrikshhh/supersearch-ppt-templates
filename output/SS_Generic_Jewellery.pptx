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Pandora (Gemma)</a:t>
            </a:r>
            <a:r>
              <a:rPr b="0" i="0" lang="en-US" sz="1100" u="none" cap="none" strike="noStrike">
                <a:solidFill>
                  <a:srgbClr val="4B5563"/>
                </a:solidFill>
                <a:latin typeface="Inter"/>
                <a:ea typeface="Inter"/>
                <a:cs typeface="Inter"/>
                <a:sym typeface="Inter"/>
              </a:rPr>
              <a:t xml:space="preserve"> — AI personal shopper on Salesforce Agentforce (Sep 2025), understands occasions, preferences, budgets. Clara AI handles 60% of service cases (+10% NPS).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Tiffany &amp; Co.</a:t>
            </a:r>
            <a:r>
              <a:rPr b="0" i="0" lang="en-US" sz="1100" u="none" cap="none" strike="noStrike">
                <a:solidFill>
                  <a:srgbClr val="4B5563"/>
                </a:solidFill>
                <a:latin typeface="Inter"/>
                <a:ea typeface="Inter"/>
                <a:cs typeface="Inter"/>
                <a:sym typeface="Inter"/>
              </a:rPr>
              <a:t xml:space="preserve"> — AI recommendations drove 25% conversion rise, 40% AOV increase. AR try-on for rings, bracelets, necklaces: 22% conversion jump, 19% fewer returns.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Cartier</a:t>
            </a:r>
            <a:r>
              <a:rPr b="0" i="0" lang="en-US" sz="1100" u="none" cap="none" strike="noStrike">
                <a:solidFill>
                  <a:srgbClr val="4B5563"/>
                </a:solidFill>
                <a:latin typeface="Inter"/>
                <a:ea typeface="Inter"/>
                <a:cs typeface="Inter"/>
                <a:sym typeface="Inter"/>
              </a:rPr>
              <a:t xml:space="preserve"> — Google Cloud AI image recognition identifies any product from 174-year archive in &lt;2 seconds. “Looking Glass” in-store AR (Jan 2025).</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Signet (Kay, Zales, Jared)</a:t>
            </a:r>
            <a:r>
              <a:rPr b="0" i="0" lang="en-US" sz="1100" u="none" cap="none" strike="noStrike">
                <a:solidFill>
                  <a:srgbClr val="4B5563"/>
                </a:solidFill>
                <a:latin typeface="Inter"/>
                <a:ea typeface="Inter"/>
                <a:cs typeface="Inter"/>
                <a:sym typeface="Inter"/>
              </a:rPr>
              <a:t xml:space="preserve"> — world’s largest diamond jeweller, AI personalization across all brands. AR try-on: 67% adoption, 27% higher conversion.</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Blue Nile / James Allen / Brilliant Earth</a:t>
            </a:r>
            <a:r>
              <a:rPr b="0" i="0" lang="en-US" sz="1100" u="none" cap="none" strike="noStrike">
                <a:solidFill>
                  <a:srgbClr val="4B5563"/>
                </a:solidFill>
                <a:latin typeface="Inter"/>
                <a:ea typeface="Inter"/>
                <a:cs typeface="Inter"/>
                <a:sym typeface="Inter"/>
              </a:rPr>
              <a:t xml:space="preserve"> — AI diamond recommendation engines, AR ring try-on, 360° diamond video. 20-25% conversion lift across platforms.</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CaratLane (Tata/Tanishq)</a:t>
            </a:r>
            <a:r>
              <a:rPr i="0" lang="en-US" sz="1100" u="none" cap="none" strike="noStrike">
                <a:solidFill>
                  <a:schemeClr val="dk1"/>
                </a:solidFill>
                <a:latin typeface="Inter"/>
                <a:ea typeface="Inter"/>
                <a:cs typeface="Inter"/>
                <a:sym typeface="Inter"/>
              </a:rPr>
              <a:t xml:space="preserve"> — pioneer AR virtual try-on since 2015, 200% app usage increase, 40% of business from AR app. $100M+ quarterly revenue.</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Tanishq</a:t>
            </a:r>
            <a:r>
              <a:rPr i="0" lang="en-US" sz="1100" u="none" cap="none" strike="noStrike">
                <a:solidFill>
                  <a:schemeClr val="dk1"/>
                </a:solidFill>
                <a:latin typeface="Inter"/>
                <a:ea typeface="Inter"/>
                <a:cs typeface="Inter"/>
                <a:sym typeface="Inter"/>
              </a:rPr>
              <a:t xml:space="preserve"> — 1,000+ chats/day, Sherpa AI for personalization, Endless Aisle kiosks. 107% uplift in click-to-conversion during Akshay Tritiya.</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BlueStone</a:t>
            </a:r>
            <a:r>
              <a:rPr i="0" lang="en-US" sz="1100" u="none" cap="none" strike="noStrike">
                <a:solidFill>
                  <a:schemeClr val="dk1"/>
                </a:solidFill>
                <a:latin typeface="Inter"/>
                <a:ea typeface="Inter"/>
                <a:cs typeface="Inter"/>
                <a:sym typeface="Inter"/>
              </a:rPr>
              <a:t xml:space="preserve"> — AI/ML for UX, AR try-on, blockchain authentication. SEBI-approved $120M IPO.</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Kalyan (Candere), Malabar Gold</a:t>
            </a:r>
            <a:r>
              <a:rPr i="0" lang="en-US" sz="1100" u="none" cap="none" strike="noStrike">
                <a:solidFill>
                  <a:schemeClr val="dk1"/>
                </a:solidFill>
                <a:latin typeface="Inter"/>
                <a:ea typeface="Inter"/>
                <a:cs typeface="Inter"/>
                <a:sym typeface="Inter"/>
              </a:rPr>
              <a:t xml:space="preserve"> — Candere uses AI for behavior analysis. Malabar partnered with Accenture for AI-driven operations. Neither has conversational search.</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GIVA, Melorra, PC Jeweller</a:t>
            </a:r>
            <a:r>
              <a:rPr i="0" lang="en-US" sz="1100" u="none" cap="none" strike="noStrike">
                <a:solidFill>
                  <a:schemeClr val="dk1"/>
                </a:solidFill>
                <a:latin typeface="Inter"/>
                <a:ea typeface="Inter"/>
                <a:cs typeface="Inter"/>
                <a:sym typeface="Inter"/>
              </a:rPr>
              <a:t xml:space="preserve"> — GIVA has selective AR try-on. No Indian jewellery brand has conversational AI product discovery today.</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current search bar on your e-commerce website needs the right keywords. It does not understand human language, it cannot match necklace and mangalsutra, it cannot link “a South Indian wedding” to bridal and bridal to temple jewellery.</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“engagement ring” or “22kt BIS hallmark gold choker”, they shop by intents such as “for daily wear to office” or “that’s hypoallergenic for sensitive ears”.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Shopping Assistant changes :  “I need a lightweight gold necklace within budget, 22kt BIS hallmark, minimalist for daily wear, that won’t tangle”</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shopping assistant powered by a knowledge graph understands intent + constraints + context, it maps lightweight to under 10g, daily wear to minimalist/durable, adds the conditions for karat, hallmark, and price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Google Shape;59;p4" title="Screenshot 2026-04-14 at 9.08.05 PM.png"/>
          <p:cNvPicPr preferRelativeResize="0"/>
          <p:nvPr/>
        </p:nvPicPr>
        <p:blipFill rotWithShape="1">
          <a:blip r:embed="rId3">
            <a:alphaModFix/>
          </a:blip>
          <a:srcRect b="0" l="0" r="0" t="0"/>
          <a:stretch/>
        </p:blipFill>
        <p:spPr>
          <a:xfrm>
            <a:off x="2471075" y="2460600"/>
            <a:ext cx="4455051" cy="10314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karat/purity and tags such as “hallmark” or “antique finish” which an AI agent needs to map intent such as “jewellery for a South Indian wedding”  to “22kt temple gold jhumka” or “for a Maharashtrian mangalsutra” to “hypoallergenic daily-wear earring”.</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“gold choker necklace” or “antique kundan bridal set”, AI chat assistants need to answer intent based queries like “I need jewellery for my wedding” or “I want earrings that won’t irritate sensitive ears”. They have to map buyer intent to keywords using a knowledge graph and then search the catalog for relevant products using keywords, refer to the diagram on slide 11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Shopping Assistant on Website that can understand user intent</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Chat-based shopping: voice, image, and text input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Lower cost per query - Graph handles 90%+ of queries, LLM tokens only for edge cases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“jewellery for a South Indian wedding”, “lightweight earrings for daily wear” handled just like in ChatGPT and Amazon Rufus, giving buyer a full conversational experience.</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virtual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virtual try-on to make more informed </a:t>
            </a:r>
            <a:r>
              <a:rPr lang="en-US"/>
              <a:t>decisions</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AR Jewellery Try-On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See the necklace on your neck, the jhumkas on your ears, or the ring on your hand via AR before you commit.</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CaratLane pioneered this — 200% app usage increase, 40% of business from AR. Tiffany reports 22% conversion jump and 19% fewer returns. Signet’s VTO has 67% adoption among mobile users.</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Higher conversion, fewer returns, and the confidence bridge that brings offline jewellery buyers online.</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Vernacular + natural-language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Hindi, Tamil, Telugu and Bengali queries mapped to the English catalog — “mangalsutra” vs “thali” vs “minnu”, “nath” vs “mukkuthi”, “jhumka” vs “jhumki”.</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Natural-language queries like “something lightweight I can wear daily to office” resolve to minimalist daily-wear pieces instead of 0 results.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India’s $95B jewellery market is only 4% online. Vernacular conversational search bridges the trust gap.</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buyers now start their product research on ChatGPT / Gemini / Perplexity before visiting a brand site.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catalog becomes shoppable inside the AI conversation — karat, hallmark, gemstone, weight, and occasion details surfaced natively.</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Jewellery has the highest AOV ($436) but lowest conversion (0.87%) of any online category. Conversational AI can close this gap.</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jewellery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An AI shopping assistant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Clarifies intent instead of dumping a catalog — asks the right follow-up questions (occasion, budget, use-case,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Stylist-grade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complete bridal set — necklace plus matching earrings plus bangles — instead of a single piece.</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complete jewellery sets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gold choker necklace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mangalsutra / thali / minnu</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jewellery for a South Indian wedding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lightweight daily-wear earrings for sensitive ears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22kt, BIS hallmark, antique, temple choker, within budget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