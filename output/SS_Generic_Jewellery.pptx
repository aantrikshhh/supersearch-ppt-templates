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Pandora (Gemma)</a:t>
            </a:r>
            <a:r>
              <a:rPr b="0" i="0" lang="en-US" sz="1100" u="none" cap="none" strike="noStrike">
                <a:solidFill>
                  <a:srgbClr val="4B5563"/>
                </a:solidFill>
                <a:latin typeface="Inter"/>
                <a:ea typeface="Inter"/>
                <a:cs typeface="Inter"/>
                <a:sym typeface="Inter"/>
              </a:rPr>
              <a:t xml:space="preserve"> — AI personal shopper on Salesforce Agentforce (Sep 2025), understands occasions, preferences, budgets. Clara AI handles 60% of service cases (+10% NPS).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Tiffany &amp; Co.</a:t>
            </a:r>
            <a:r>
              <a:rPr b="0" i="0" lang="en-US" sz="1100" u="none" cap="none" strike="noStrike">
                <a:solidFill>
                  <a:srgbClr val="4B5563"/>
                </a:solidFill>
                <a:latin typeface="Inter"/>
                <a:ea typeface="Inter"/>
                <a:cs typeface="Inter"/>
                <a:sym typeface="Inter"/>
              </a:rPr>
              <a:t xml:space="preserve"> — AI recommendations drove 25% conversion rise, 40% AOV increase. AR try-on for rings, bracelets, necklaces: 22% conversion jump, 19% fewer returns.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Cartier</a:t>
            </a:r>
            <a:r>
              <a:rPr b="0" i="0" lang="en-US" sz="1100" u="none" cap="none" strike="noStrike">
                <a:solidFill>
                  <a:srgbClr val="4B5563"/>
                </a:solidFill>
                <a:latin typeface="Inter"/>
                <a:ea typeface="Inter"/>
                <a:cs typeface="Inter"/>
                <a:sym typeface="Inter"/>
              </a:rPr>
              <a:t xml:space="preserve"> — Google Cloud AI image recognition identifies any product from 174-year archive in &lt;2 seconds. “Looking Glass” in-store AR (Jan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Signet (Kay, Zales, Jared)</a:t>
            </a:r>
            <a:r>
              <a:rPr b="0" i="0" lang="en-US" sz="1100" u="none" cap="none" strike="noStrike">
                <a:solidFill>
                  <a:srgbClr val="4B5563"/>
                </a:solidFill>
                <a:latin typeface="Inter"/>
                <a:ea typeface="Inter"/>
                <a:cs typeface="Inter"/>
                <a:sym typeface="Inter"/>
              </a:rPr>
              <a:t xml:space="preserve"> — world’s largest diamond jeweller, AI personalization across all brands. AR try-on: 67% adoption, 27% higher conversion.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Blue Nile / James Allen / Brilliant Earth</a:t>
            </a:r>
            <a:r>
              <a:rPr b="0" i="0" lang="en-US" sz="1100" u="none" cap="none" strike="noStrike">
                <a:solidFill>
                  <a:srgbClr val="4B5563"/>
                </a:solidFill>
                <a:latin typeface="Inter"/>
                <a:ea typeface="Inter"/>
                <a:cs typeface="Inter"/>
                <a:sym typeface="Inter"/>
              </a:rPr>
              <a:t xml:space="preserve"> — AI diamond recommendation engines, AR ring try-on, 360° diamond video. 20-25% conversion lift across platforms.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CaratLane (Tata/Tanishq)</a:t>
            </a:r>
            <a:r>
              <a:rPr i="0" lang="en-US" sz="1100" u="none" cap="none" strike="noStrike">
                <a:solidFill>
                  <a:schemeClr val="dk1"/>
                </a:solidFill>
                <a:latin typeface="Inter"/>
                <a:ea typeface="Inter"/>
                <a:cs typeface="Inter"/>
                <a:sym typeface="Inter"/>
              </a:rPr>
              <a:t xml:space="preserve"> — pioneer AR virtual try-on since 2015, 200% app usage increase, 40% of business from AR app. $100M+ quarterly revenue.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Tanishq</a:t>
            </a:r>
            <a:r>
              <a:rPr i="0" lang="en-US" sz="1100" u="none" cap="none" strike="noStrike">
                <a:solidFill>
                  <a:schemeClr val="dk1"/>
                </a:solidFill>
                <a:latin typeface="Inter"/>
                <a:ea typeface="Inter"/>
                <a:cs typeface="Inter"/>
                <a:sym typeface="Inter"/>
              </a:rPr>
              <a:t xml:space="preserve"> — 1,000+ chats/day, Sherpa AI for personalization, Endless Aisle kiosks. 107% uplift in click-to-conversion during Akshay Tritiya.</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BlueStone</a:t>
            </a:r>
            <a:r>
              <a:rPr i="0" lang="en-US" sz="1100" u="none" cap="none" strike="noStrike">
                <a:solidFill>
                  <a:schemeClr val="dk1"/>
                </a:solidFill>
                <a:latin typeface="Inter"/>
                <a:ea typeface="Inter"/>
                <a:cs typeface="Inter"/>
                <a:sym typeface="Inter"/>
              </a:rPr>
              <a:t xml:space="preserve"> — AI/ML for UX, AR try-on, blockchain authentication. SEBI-approved $120M IPO.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Kalyan (Candere), Malabar Gold</a:t>
            </a:r>
            <a:r>
              <a:rPr i="0" lang="en-US" sz="1100" u="none" cap="none" strike="noStrike">
                <a:solidFill>
                  <a:schemeClr val="dk1"/>
                </a:solidFill>
                <a:latin typeface="Inter"/>
                <a:ea typeface="Inter"/>
                <a:cs typeface="Inter"/>
                <a:sym typeface="Inter"/>
              </a:rPr>
              <a:t xml:space="preserve"> — Candere uses AI for behavior analysis. Malabar partnered with Accenture for AI-driven operations. Neither has conversational search.</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GIVA, Melorra, PC Jeweller</a:t>
            </a:r>
            <a:r>
              <a:rPr i="0" lang="en-US" sz="1100" u="none" cap="none" strike="noStrike">
                <a:solidFill>
                  <a:schemeClr val="dk1"/>
                </a:solidFill>
                <a:latin typeface="Inter"/>
                <a:ea typeface="Inter"/>
                <a:cs typeface="Inter"/>
                <a:sym typeface="Inter"/>
              </a:rPr>
              <a:t xml:space="preserve"> — GIVA has selective AR try-on. No Indian jewellery brand has conversational AI product discovery today.</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necklace and mangalsutra, it cannot link “a South Indian wedding” to bridal and bridal to temple jewellery.</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“engagement ring” or “22kt BIS hallmark gold choker”, they shop by intents such as “for daily wear to office” or “that’s hypoallergenic for sensitive ears”.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lightweight gold necklace within budget, 22kt BIS hallmark, minimalist for daily wear, that won’t tangle”</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lightweight to under 10g, daily wear to minimalist/durable, adds the conditions for karat, hallmark, and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jewellery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karat/purity and tags such as “hallmark” or “antique finish” which an AI agent needs to map intent such as “jewellery for a South Indian wedding”  to “22kt temple gold jhumka” or “for a Maharashtrian mangalsutra” to “hypoallergenic daily-wear earring”.</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“gold choker necklace” or “antique kundan bridal set”, AI chat assistants need to answer intent based queries like “I need jewellery for my wedding” or “I want earrings that won’t irritate sensitive ears”.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“jewellery for a South Indian wedding”, “lightweight earrings for daily wear”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Jewellery Try-On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necklace on your neck, the jhumkas on your ears, or the ring on your hand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CaratLane pioneered this — 200% app usage increase, 40% of business from AR. Tiffany reports 22% conversion jump and 19% fewer returns. Signet’s VTO has 67% adoption among mobile users.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and the confidence bridge that brings offline jewellery buyers online.</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“mangalsutra” vs “thali” vs “minnu”, “nath” vs “mukkuthi”, “jhumka” vs “jhumki”.</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“something lightweight I can wear daily to office” resolve to minimalist daily-wear pieces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India’s $95B jewellery market is only 4% online. Vernacular conversational search bridges the trust gap.</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karat, hallmark, gemstone, weight, and occasion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Jewellery has the highest AOV ($436) but lowest conversion (0.87%) of any online category. Conversational AI can close this gap.</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jewellery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bridal set — necklace plus matching earrings plus bangles — instead of a single piece.</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jewellery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gold choker necklace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mangalsutra / thali / minnu</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jewellery for a South Indian wedding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lightweight daily-wear earrings for sensitive ears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22kt, BIS hallmark, antique, temple choker,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