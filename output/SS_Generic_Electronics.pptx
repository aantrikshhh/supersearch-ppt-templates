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Best Buy</a:t>
            </a:r>
            <a:r>
              <a:rPr b="0" i="0" lang="en-US" sz="1100" u="none" cap="none" strike="noStrike">
                <a:solidFill>
                  <a:srgbClr val="4B5563"/>
                </a:solidFill>
                <a:latin typeface="Inter"/>
                <a:ea typeface="Inter"/>
                <a:cs typeface="Inter"/>
                <a:sym typeface="Inter"/>
              </a:rPr>
              <a:t xml:space="preserve"> — GenAI shopping assistant (Google Cloud + Accenture, 2024), agentic AI expansion in 2025, catalog live on ChatGPT via the Agentic Commerce Protocol.</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MediaMarktSaturn</a:t>
            </a:r>
            <a:r>
              <a:rPr b="0" i="0" lang="en-US" sz="1100" u="none" cap="none" strike="noStrike">
                <a:solidFill>
                  <a:srgbClr val="4B5563"/>
                </a:solidFill>
                <a:latin typeface="Inter"/>
                <a:ea typeface="Inter"/>
                <a:cs typeface="Inter"/>
                <a:sym typeface="Inter"/>
              </a:rPr>
              <a:t xml:space="preserve"> — Smart Manual chatbot for ~1,900 private-label SKUs plus MyBuddy in-store voice agent on Azure OpenAI.</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Amazon Rufus</a:t>
            </a:r>
            <a:r>
              <a:rPr b="0" i="0" lang="en-US" sz="1100" u="none" cap="none" strike="noStrike">
                <a:solidFill>
                  <a:srgbClr val="4B5563"/>
                </a:solidFill>
                <a:latin typeface="Inter"/>
                <a:ea typeface="Inter"/>
                <a:cs typeface="Inter"/>
                <a:sym typeface="Inter"/>
              </a:rPr>
              <a:t xml:space="preserve"> — live across Amazon India and globally, 250M shoppers, +$10B downstream sales, 60% higher purchase likelihood.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Walmart Sparky</a:t>
            </a:r>
            <a:r>
              <a:rPr b="0" i="0" lang="en-US" sz="1100" u="none" cap="none" strike="noStrike">
                <a:solidFill>
                  <a:srgbClr val="4B5563"/>
                </a:solidFill>
                <a:latin typeface="Inter"/>
                <a:ea typeface="Inter"/>
                <a:cs typeface="Inter"/>
                <a:sym typeface="Inter"/>
              </a:rPr>
              <a:t xml:space="preserve"> — live in ChatGPT and Google Gemini with integrated checkout.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Home Depot, Lowe’s, Wayfair</a:t>
            </a:r>
            <a:r>
              <a:rPr b="0" i="0" lang="en-US" sz="1100" u="none" cap="none" strike="noStrike">
                <a:solidFill>
                  <a:srgbClr val="4B5563"/>
                </a:solidFill>
                <a:latin typeface="Inter"/>
                <a:ea typeface="Inter"/>
                <a:cs typeface="Inter"/>
                <a:sym typeface="Inter"/>
              </a:rPr>
              <a:t xml:space="preserve"> — all with ChatGPT storefronts and native AI advisors for complex-catalog verticals.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Amazon India (Rufus)</a:t>
            </a:r>
            <a:r>
              <a:rPr i="0" lang="en-US" sz="1100" u="none" cap="none" strike="noStrike">
                <a:solidFill>
                  <a:schemeClr val="dk1"/>
                </a:solidFill>
                <a:latin typeface="Inter"/>
                <a:ea typeface="Inter"/>
                <a:cs typeface="Inter"/>
                <a:sym typeface="Inter"/>
              </a:rPr>
              <a:t xml:space="preserve"> — rolled out to all India customers on app and desktop in late 2025, now answering spec and use-case questions natively.</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 (Flippi / SLAP)</a:t>
            </a:r>
            <a:r>
              <a:rPr i="0" lang="en-US" sz="1100" u="none" cap="none" strike="noStrike">
                <a:solidFill>
                  <a:schemeClr val="dk1"/>
                </a:solidFill>
                <a:latin typeface="Inter"/>
                <a:ea typeface="Inter"/>
                <a:cs typeface="Inter"/>
                <a:sym typeface="Inter"/>
              </a:rPr>
              <a:t xml:space="preserve"> — Flippi live; SLAP, the next-gen conversational assistant, announced for early 2026.</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 (Reliance Retail)</a:t>
            </a:r>
            <a:r>
              <a:rPr i="0" lang="en-US" sz="1100" u="none" cap="none" strike="noStrike">
                <a:solidFill>
                  <a:schemeClr val="dk1"/>
                </a:solidFill>
                <a:latin typeface="Inter"/>
                <a:ea typeface="Inter"/>
                <a:cs typeface="Inter"/>
                <a:sym typeface="Inter"/>
              </a:rPr>
              <a:t xml:space="preserve"> — visual search via Rezolve live across the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Tata Neu / Croma</a:t>
            </a:r>
            <a:r>
              <a:rPr i="0" lang="en-US" sz="1100" u="none" cap="none" strike="noStrike">
                <a:solidFill>
                  <a:schemeClr val="dk1"/>
                </a:solidFill>
                <a:latin typeface="Inter"/>
                <a:ea typeface="Inter"/>
                <a:cs typeface="Inter"/>
                <a:sym typeface="Inter"/>
              </a:rPr>
              <a:t xml:space="preserve"> — multilingual chatbot in the Tata super-app; exploring conversational product discovery.</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Reliance Digital, Vijay Sales, Poorvika</a:t>
            </a:r>
            <a:r>
              <a:rPr i="0" lang="en-US" sz="1100" u="none" cap="none" strike="noStrike">
                <a:solidFill>
                  <a:schemeClr val="dk1"/>
                </a:solidFill>
                <a:latin typeface="Inter"/>
                <a:ea typeface="Inter"/>
                <a:cs typeface="Inter"/>
                <a:sym typeface="Inter"/>
              </a:rPr>
              <a:t xml:space="preserve"> — no on-site conversational assistants today. The category is still wide open in Indian consumer electronics.</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phone and smartphone, it cannot link “humid Bengaluru summer” to low-noise and low-noise to inverter.</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“laptop for coding” or “5-star 1.5 ton inverter AC”, they shop by intents such as “for a small 10x12 bedroom” or “that doesn’t spike my summer bill”.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Shopping Assistant changes :  “I need a laptop with Intel i5, 16GB RAM and SSD for college coding and light gaming, within budget”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shopping assistant powered by a knowledge graph understands intent + constraints + context, it maps college coding to: Intel i5 / 16GB RAM / SSD / integrated GPU, adds the conditions for price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Google Shape;59;p4" title="Screenshot 2026-04-14 at 9.08.05 PM.png"/>
          <p:cNvPicPr preferRelativeResize="0"/>
          <p:nvPr/>
        </p:nvPicPr>
        <p:blipFill rotWithShape="1">
          <a:blip r:embed="rId3">
            <a:alphaModFix/>
          </a:blip>
          <a:srcRect b="0" l="0" r="0" t="0"/>
          <a:stretch/>
        </p:blipFill>
        <p:spPr>
          <a:xfrm>
            <a:off x="2471075" y="2460600"/>
            <a:ext cx="4455051" cy="10314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processor/energy-rating and tags such as “inverter” or “copper coil” which an AI agent needs to map intent such as “laptop for a college coder”  to “i5 16GB SSD within budget” or “for a small bedroom” to “5-star copper-coil inverter AC”.</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“smart TV 55 inch 4K” or “16GB RAM”, AI chat assistants need to answer intent based queries like “I want appliances for my new flat” or “I want a laptop good for Photoshop and light gaming”.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Shopping Assistant on Website that can understand user intent</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Chat-based shopping: voice, image, and text input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Lower cost per query - Graph handles 90%+ of queries, LLM tokens only for edge cases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“appliances for a new flat”, “quiet washing machine that fits my bathroom” handled just like in ChatGPT and Amazon Rufus, giving buyer a full conversational experience.</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Virtual Try On / Room Fit</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See the 55-inch TV on your actual wall, the 1.5 ton split AC above your bed, or the double-door fridge in your kitchen via AR before you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The #1 return reason in large appliances is “doesn’t fit the space.” AR fit tools cut this dramatically in furniture and are now moving into appliances.</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lower reverse-logistics cost on high-ticket SKUs.</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“geyser” → water heater, “cooler” → air cooler, “chimney” → kitchen chimney, “fridge” → refrigerator.</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“its too hot in my room but i cant afford an ac what are my options” resolve to budget coolers and fans instead of expensive split ACs.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buyers for whom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electronics research on ChatGPT / Gemini / Perplexity before visiting a retailer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specs, prices, energy ratings and compatibility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Best Buy, Walmart, Home Depot, Lowe’s and Wayfair are already live on ChatGPT via OpenAI’s Agentic Commerce Protocol. Indian electronics retail is still wide open.</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electronics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An AI shopping assistant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matched bundle — TV plus soundbar, camera plus lens plus mic —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full set-ups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smart tv 55 inch 4K</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geyser / chimney / cooler</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appliances for a new 2bhk flat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quiet washing machine that fits my bathroom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inverter, 1.5 ton, 5 star, copper coil, split ac,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