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Best Buy</a:t>
            </a:r>
            <a:r>
              <a:rPr b="0" i="0" lang="en-US" sz="1100" u="none" cap="none" strike="noStrike">
                <a:solidFill>
                  <a:srgbClr val="4B5563"/>
                </a:solidFill>
                <a:latin typeface="Inter"/>
                <a:ea typeface="Inter"/>
                <a:cs typeface="Inter"/>
                <a:sym typeface="Inter"/>
              </a:rPr>
              <a:t xml:space="preserve"> — GenAI shopping assistant (Google Cloud + Accenture, 2024), agentic AI expansion in 2025, catalog live on ChatGPT via the Agentic Commerce Protocol.</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MediaMarktSaturn</a:t>
            </a:r>
            <a:r>
              <a:rPr b="0" i="0" lang="en-US" sz="1100" u="none" cap="none" strike="noStrike">
                <a:solidFill>
                  <a:srgbClr val="4B5563"/>
                </a:solidFill>
                <a:latin typeface="Inter"/>
                <a:ea typeface="Inter"/>
                <a:cs typeface="Inter"/>
                <a:sym typeface="Inter"/>
              </a:rPr>
              <a:t xml:space="preserve"> — Smart Manual chatbot for ~1,900 private-label SKUs plus MyBuddy in-store voice agent on Azure OpenAI.</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live across Amazon India and globally, 250M shoppers, +$10B downstream sales,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Walmart Sparky</a:t>
            </a:r>
            <a:r>
              <a:rPr b="0" i="0" lang="en-US" sz="1100" u="none" cap="none" strike="noStrike">
                <a:solidFill>
                  <a:srgbClr val="4B5563"/>
                </a:solidFill>
                <a:latin typeface="Inter"/>
                <a:ea typeface="Inter"/>
                <a:cs typeface="Inter"/>
                <a:sym typeface="Inter"/>
              </a:rPr>
              <a:t xml:space="preserve"> — live in ChatGPT and Google Gemini with integrated checkout.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Home Depot, Lowe’s, Wayfair</a:t>
            </a:r>
            <a:r>
              <a:rPr b="0" i="0" lang="en-US" sz="1100" u="none" cap="none" strike="noStrike">
                <a:solidFill>
                  <a:srgbClr val="4B5563"/>
                </a:solidFill>
                <a:latin typeface="Inter"/>
                <a:ea typeface="Inter"/>
                <a:cs typeface="Inter"/>
                <a:sym typeface="Inter"/>
              </a:rPr>
              <a:t xml:space="preserve"> — all with ChatGPT storefronts and native AI advisors for complex-catalog verticals.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rolled out to all India customers on app and desktop in late 2025, now answering spec and use-case questions natively.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the next-gen conversational assistant, announced for early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 (Reliance Retail)</a:t>
            </a:r>
            <a:r>
              <a:rPr i="0" lang="en-US" sz="1100" u="none" cap="none" strike="noStrike">
                <a:solidFill>
                  <a:schemeClr val="dk1"/>
                </a:solidFill>
                <a:latin typeface="Inter"/>
                <a:ea typeface="Inter"/>
                <a:cs typeface="Inter"/>
                <a:sym typeface="Inter"/>
              </a:rPr>
              <a:t xml:space="preserve"> — visual search via Rezolve live across the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Tata Neu / Croma</a:t>
            </a:r>
            <a:r>
              <a:rPr i="0" lang="en-US" sz="1100" u="none" cap="none" strike="noStrike">
                <a:solidFill>
                  <a:schemeClr val="dk1"/>
                </a:solidFill>
                <a:latin typeface="Inter"/>
                <a:ea typeface="Inter"/>
                <a:cs typeface="Inter"/>
                <a:sym typeface="Inter"/>
              </a:rPr>
              <a:t xml:space="preserve"> — multilingual chatbot in the Tata super-app; exploring conversational product discovery.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Reliance Digital, Vijay Sales, Poorvika</a:t>
            </a:r>
            <a:r>
              <a:rPr i="0" lang="en-US" sz="1100" u="none" cap="none" strike="noStrike">
                <a:solidFill>
                  <a:schemeClr val="dk1"/>
                </a:solidFill>
                <a:latin typeface="Inter"/>
                <a:ea typeface="Inter"/>
                <a:cs typeface="Inter"/>
                <a:sym typeface="Inter"/>
              </a:rPr>
              <a:t xml:space="preserve"> — no on-site conversational assistants today. The category is still wide open in Indian consumer electronics.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phone and smartphone, it cannot link “humid Bengaluru summer” to low-noise and low-noise to inverter.</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“laptop for coding” or “5-star 1.5 ton inverter AC”, they shop by intents such as “for a small 10x12 bedroom” or “that doesn’t spike my summer bill”.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a laptop with Intel i5, 16GB RAM and SSD for college coding and light gaming,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college coding to: Intel i5 / 16GB RAM / SSD / integrated GPU, adds the conditions for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electronics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processor/energy-rating and tags such as “inverter” or “copper coil” which an AI agent needs to map intent such as “laptop for a college coder”  to “i5 16GB SSD within budget” or “for a small bedroom” to “5-star copper-coil inverter AC”.</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“smart TV 55 inch 4K” or “16GB RAM”, AI chat assistants need to answer intent based queries like “I want appliances for my new flat” or “I want a laptop good for Photoshop and light gaming”.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“appliances for a new flat”, “quiet washing machine that fits my bathroom”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AR room visualization,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AR room visualization to make more informed decisions.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Room Visualization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55-inch TV on your actual wall, the 1.5 ton split AC above your bed, or the double-door fridge in your kitchen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The #1 return reason in large appliances is “doesn’t fit the space.” AR fit tools cut this dramatically in furniture and are now moving into appliances.</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lower reverse-logistics cost on high-ticket SKUs.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“geyser” → water heater, “cooler” → air cooler, “chimney” → kitchen chimney, “fridge” → refrigerator.</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“its too hot in my room but i cant afford an ac what are my options” resolve to budget coolers and fans instead of expensive split ACs.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electronics research on ChatGPT / Gemini / Perplexity before visiting a retailer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specs, prices, energy ratings and compatibility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Best Buy, Walmart, Home Depot, Lowe’s and Wayfair are already live on ChatGPT via OpenAI’s Agentic Commerce Protocol. Indian electronics retail is still wide open.</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electronic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(occasion, budget, use-case, specs/compatibility)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Expert-grade bundling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bundle — TV plus soundbar, camera plus lens plus mic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set-ups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smart tv 55 inch 4K</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geyser / chimney / cooler</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appliances for a new 2bhk flat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quiet washing machine that fits my bathroom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inverter, 1.5 ton, 5 star, copper coil, split ac,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